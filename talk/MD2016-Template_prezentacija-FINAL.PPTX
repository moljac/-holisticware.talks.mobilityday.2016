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62" r:id="rId5"/>
    <p:sldId id="263" r:id="rId6"/>
    <p:sldId id="271" r:id="rId7"/>
    <p:sldId id="264" r:id="rId8"/>
    <p:sldId id="265" r:id="rId9"/>
    <p:sldId id="270" r:id="rId10"/>
    <p:sldId id="268" r:id="rId11"/>
  </p:sldIdLst>
  <p:sldSz cx="9144000" cy="6858000" type="screen4x3"/>
  <p:notesSz cx="6858000" cy="9144000"/>
  <p:defaultTextStyle>
    <a:defPPr>
      <a:defRPr lang="x-non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408C"/>
    <a:srgbClr val="EEBD0E"/>
    <a:srgbClr val="4EADE3"/>
    <a:srgbClr val="ECA51C"/>
    <a:srgbClr val="6DBE46"/>
    <a:srgbClr val="EEBC0E"/>
    <a:srgbClr val="FAA51C"/>
    <a:srgbClr val="456AAC"/>
    <a:srgbClr val="1A2F62"/>
    <a:srgbClr val="567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8" autoAdjust="0"/>
    <p:restoredTop sz="94682" autoAdjust="0"/>
  </p:normalViewPr>
  <p:slideViewPr>
    <p:cSldViewPr snapToGrid="0">
      <p:cViewPr varScale="1">
        <p:scale>
          <a:sx n="92" d="100"/>
          <a:sy n="92" d="100"/>
        </p:scale>
        <p:origin x="17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405E8-435E-004F-B8C4-7F780EB18FFD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D3C44-059D-DA44-830F-4E03CC87E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95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4970E-75EA-0B45-A7C3-B10E9B39681A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a-IN" smtClean="0"/>
              <a:t>Click to edit Master text styles</a:t>
            </a:r>
          </a:p>
          <a:p>
            <a:pPr lvl="1"/>
            <a:r>
              <a:rPr lang="ta-IN" smtClean="0"/>
              <a:t>Second level</a:t>
            </a:r>
          </a:p>
          <a:p>
            <a:pPr lvl="2"/>
            <a:r>
              <a:rPr lang="ta-IN" smtClean="0"/>
              <a:t>Third level</a:t>
            </a:r>
          </a:p>
          <a:p>
            <a:pPr lvl="3"/>
            <a:r>
              <a:rPr lang="ta-IN" smtClean="0"/>
              <a:t>Fourth level</a:t>
            </a:r>
          </a:p>
          <a:p>
            <a:pPr lvl="4"/>
            <a:r>
              <a:rPr lang="ta-IN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BE1085-AD04-0D4C-9E3B-00DD168B5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7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jpeg"/><Relationship Id="rId18" Type="http://schemas.openxmlformats.org/officeDocument/2006/relationships/image" Target="../media/image29.jpg"/><Relationship Id="rId26" Type="http://schemas.openxmlformats.org/officeDocument/2006/relationships/image" Target="../media/image37.jpeg"/><Relationship Id="rId3" Type="http://schemas.openxmlformats.org/officeDocument/2006/relationships/image" Target="../media/image14.jpeg"/><Relationship Id="rId21" Type="http://schemas.openxmlformats.org/officeDocument/2006/relationships/image" Target="../media/image32.jpg"/><Relationship Id="rId34" Type="http://schemas.openxmlformats.org/officeDocument/2006/relationships/image" Target="../media/image45.jpeg"/><Relationship Id="rId7" Type="http://schemas.openxmlformats.org/officeDocument/2006/relationships/image" Target="../media/image18.png"/><Relationship Id="rId12" Type="http://schemas.openxmlformats.org/officeDocument/2006/relationships/image" Target="../media/image23.jpeg"/><Relationship Id="rId17" Type="http://schemas.openxmlformats.org/officeDocument/2006/relationships/image" Target="../media/image28.jpeg"/><Relationship Id="rId25" Type="http://schemas.openxmlformats.org/officeDocument/2006/relationships/image" Target="../media/image36.jpeg"/><Relationship Id="rId33" Type="http://schemas.openxmlformats.org/officeDocument/2006/relationships/image" Target="../media/image44.jpeg"/><Relationship Id="rId38" Type="http://schemas.openxmlformats.org/officeDocument/2006/relationships/image" Target="../media/image49.png"/><Relationship Id="rId2" Type="http://schemas.openxmlformats.org/officeDocument/2006/relationships/image" Target="../media/image13.jpeg"/><Relationship Id="rId16" Type="http://schemas.openxmlformats.org/officeDocument/2006/relationships/image" Target="../media/image27.jpeg"/><Relationship Id="rId20" Type="http://schemas.openxmlformats.org/officeDocument/2006/relationships/image" Target="../media/image31.png"/><Relationship Id="rId29" Type="http://schemas.openxmlformats.org/officeDocument/2006/relationships/image" Target="../media/image4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jpeg"/><Relationship Id="rId32" Type="http://schemas.openxmlformats.org/officeDocument/2006/relationships/image" Target="../media/image43.jpeg"/><Relationship Id="rId37" Type="http://schemas.openxmlformats.org/officeDocument/2006/relationships/image" Target="../media/image48.png"/><Relationship Id="rId5" Type="http://schemas.openxmlformats.org/officeDocument/2006/relationships/image" Target="../media/image16.png"/><Relationship Id="rId15" Type="http://schemas.openxmlformats.org/officeDocument/2006/relationships/image" Target="../media/image26.jpeg"/><Relationship Id="rId23" Type="http://schemas.openxmlformats.org/officeDocument/2006/relationships/image" Target="../media/image34.jpeg"/><Relationship Id="rId28" Type="http://schemas.openxmlformats.org/officeDocument/2006/relationships/image" Target="../media/image39.jpeg"/><Relationship Id="rId36" Type="http://schemas.openxmlformats.org/officeDocument/2006/relationships/image" Target="../media/image47.jpeg"/><Relationship Id="rId10" Type="http://schemas.openxmlformats.org/officeDocument/2006/relationships/image" Target="../media/image21.emf"/><Relationship Id="rId19" Type="http://schemas.openxmlformats.org/officeDocument/2006/relationships/image" Target="../media/image30.jpeg"/><Relationship Id="rId31" Type="http://schemas.openxmlformats.org/officeDocument/2006/relationships/image" Target="../media/image42.png"/><Relationship Id="rId4" Type="http://schemas.openxmlformats.org/officeDocument/2006/relationships/image" Target="../media/image15.jpeg"/><Relationship Id="rId9" Type="http://schemas.openxmlformats.org/officeDocument/2006/relationships/image" Target="../media/image20.png"/><Relationship Id="rId14" Type="http://schemas.openxmlformats.org/officeDocument/2006/relationships/image" Target="../media/image25.jpeg"/><Relationship Id="rId22" Type="http://schemas.openxmlformats.org/officeDocument/2006/relationships/image" Target="../media/image33.jpeg"/><Relationship Id="rId27" Type="http://schemas.openxmlformats.org/officeDocument/2006/relationships/image" Target="../media/image38.jpeg"/><Relationship Id="rId30" Type="http://schemas.openxmlformats.org/officeDocument/2006/relationships/image" Target="../media/image41.jpeg"/><Relationship Id="rId35" Type="http://schemas.openxmlformats.org/officeDocument/2006/relationships/image" Target="../media/image46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0.png"/><Relationship Id="rId5" Type="http://schemas.openxmlformats.org/officeDocument/2006/relationships/image" Target="../media/image51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3276600" y="4960938"/>
            <a:ext cx="1260000" cy="1533525"/>
          </a:xfrm>
          <a:prstGeom prst="rect">
            <a:avLst/>
          </a:prstGeom>
          <a:solidFill>
            <a:srgbClr val="EEBC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r-HR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68313" y="3278188"/>
            <a:ext cx="1260000" cy="1533525"/>
          </a:xfrm>
          <a:prstGeom prst="rect">
            <a:avLst/>
          </a:prstGeom>
          <a:solidFill>
            <a:srgbClr val="2F4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r-HR" dirty="0"/>
          </a:p>
        </p:txBody>
      </p:sp>
      <p:sp>
        <p:nvSpPr>
          <p:cNvPr id="4" name="Rectangle 3"/>
          <p:cNvSpPr/>
          <p:nvPr/>
        </p:nvSpPr>
        <p:spPr>
          <a:xfrm>
            <a:off x="3282950" y="3294063"/>
            <a:ext cx="2660650" cy="1533525"/>
          </a:xfrm>
          <a:prstGeom prst="rect">
            <a:avLst/>
          </a:prstGeom>
          <a:solidFill>
            <a:srgbClr val="2F4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hr-HR" dirty="0">
              <a:latin typeface="Open Sans"/>
              <a:cs typeface="Open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8313" y="4965700"/>
            <a:ext cx="2655887" cy="1533525"/>
          </a:xfrm>
          <a:prstGeom prst="rect">
            <a:avLst/>
          </a:prstGeom>
          <a:solidFill>
            <a:srgbClr val="FA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r-HR"/>
          </a:p>
        </p:txBody>
      </p:sp>
      <p:sp>
        <p:nvSpPr>
          <p:cNvPr id="10" name="Rectangle 9"/>
          <p:cNvSpPr/>
          <p:nvPr/>
        </p:nvSpPr>
        <p:spPr>
          <a:xfrm>
            <a:off x="6108700" y="4956175"/>
            <a:ext cx="2662238" cy="1533525"/>
          </a:xfrm>
          <a:prstGeom prst="rect">
            <a:avLst/>
          </a:prstGeom>
          <a:solidFill>
            <a:srgbClr val="6DBE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r-HR"/>
          </a:p>
        </p:txBody>
      </p:sp>
      <p:sp>
        <p:nvSpPr>
          <p:cNvPr id="18" name="Rectangle 17"/>
          <p:cNvSpPr/>
          <p:nvPr userDrawn="1"/>
        </p:nvSpPr>
        <p:spPr>
          <a:xfrm>
            <a:off x="1876425" y="3278188"/>
            <a:ext cx="1260000" cy="1533525"/>
          </a:xfrm>
          <a:prstGeom prst="rect">
            <a:avLst/>
          </a:prstGeom>
          <a:solidFill>
            <a:srgbClr val="29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r-HR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6103938" y="3294063"/>
            <a:ext cx="1260000" cy="1533525"/>
          </a:xfrm>
          <a:prstGeom prst="rect">
            <a:avLst/>
          </a:prstGeom>
          <a:solidFill>
            <a:srgbClr val="6DBE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r-HR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7510463" y="3278188"/>
            <a:ext cx="1260000" cy="1533525"/>
          </a:xfrm>
          <a:prstGeom prst="rect">
            <a:avLst/>
          </a:prstGeom>
          <a:solidFill>
            <a:srgbClr val="FA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r-HR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4691063" y="4956175"/>
            <a:ext cx="1260000" cy="1533525"/>
          </a:xfrm>
          <a:prstGeom prst="rect">
            <a:avLst/>
          </a:prstGeom>
          <a:solidFill>
            <a:srgbClr val="2F4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r-HR" dirty="0"/>
          </a:p>
        </p:txBody>
      </p:sp>
      <p:pic>
        <p:nvPicPr>
          <p:cNvPr id="13" name="Picture 12" descr="citus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820" y="5233500"/>
            <a:ext cx="1439998" cy="978875"/>
          </a:xfrm>
          <a:prstGeom prst="rect">
            <a:avLst/>
          </a:prstGeom>
        </p:spPr>
      </p:pic>
      <p:pic>
        <p:nvPicPr>
          <p:cNvPr id="16" name="Picture 15" descr="mobendo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28" y="5588463"/>
            <a:ext cx="1864411" cy="287998"/>
          </a:xfrm>
          <a:prstGeom prst="rect">
            <a:avLst/>
          </a:prstGeom>
        </p:spPr>
      </p:pic>
      <p:sp>
        <p:nvSpPr>
          <p:cNvPr id="31" name="Text Placeholder 30"/>
          <p:cNvSpPr>
            <a:spLocks noGrp="1"/>
          </p:cNvSpPr>
          <p:nvPr>
            <p:ph type="body" sz="quarter" idx="10" hasCustomPrompt="1"/>
          </p:nvPr>
        </p:nvSpPr>
        <p:spPr>
          <a:xfrm>
            <a:off x="3516342" y="3287010"/>
            <a:ext cx="2443812" cy="1535113"/>
          </a:xfrm>
          <a:prstGeom prst="rect">
            <a:avLst/>
          </a:prstGeom>
          <a:ln>
            <a:noFill/>
          </a:ln>
        </p:spPr>
        <p:txBody>
          <a:bodyPr vert="horz" anchor="ctr">
            <a:normAutofit/>
          </a:bodyPr>
          <a:lstStyle>
            <a:lvl1pPr marL="0" indent="0">
              <a:spcBef>
                <a:spcPts val="400"/>
              </a:spcBef>
              <a:buNone/>
              <a:defRPr sz="2200">
                <a:solidFill>
                  <a:schemeClr val="tx1"/>
                </a:solidFill>
                <a:latin typeface="Calibri"/>
                <a:cs typeface="Calibri"/>
              </a:defRPr>
            </a:lvl1pPr>
            <a:lvl2pPr>
              <a:defRPr sz="1800">
                <a:latin typeface="Century Gothic"/>
                <a:cs typeface="Century Gothic"/>
              </a:defRPr>
            </a:lvl2pPr>
            <a:lvl3pPr>
              <a:defRPr sz="1800">
                <a:latin typeface="Century Gothic"/>
                <a:cs typeface="Century Gothic"/>
              </a:defRPr>
            </a:lvl3pPr>
            <a:lvl4pPr>
              <a:defRPr sz="1800">
                <a:latin typeface="Century Gothic"/>
                <a:cs typeface="Century Gothic"/>
              </a:defRPr>
            </a:lvl4pPr>
            <a:lvl5pPr>
              <a:defRPr sz="1800">
                <a:latin typeface="Century Gothic"/>
                <a:cs typeface="Century Gothic"/>
              </a:defRPr>
            </a:lvl5pPr>
          </a:lstStyle>
          <a:p>
            <a:pPr lvl="0"/>
            <a:r>
              <a:rPr lang="ta-IN" dirty="0" smtClean="0"/>
              <a:t>Zagreb</a:t>
            </a:r>
          </a:p>
          <a:p>
            <a:pPr lvl="0"/>
            <a:r>
              <a:rPr lang="ta-IN" dirty="0" smtClean="0"/>
              <a:t>29.09.2016.</a:t>
            </a:r>
          </a:p>
          <a:p>
            <a:pPr lvl="0"/>
            <a:r>
              <a:rPr lang="ta-IN" dirty="0" smtClean="0"/>
              <a:t>Hotel Antunović</a:t>
            </a:r>
            <a:endParaRPr lang="en-US" dirty="0"/>
          </a:p>
        </p:txBody>
      </p:sp>
      <p:pic>
        <p:nvPicPr>
          <p:cNvPr id="5" name="Picture 4" descr="pametni-300dpi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274" y="2345888"/>
            <a:ext cx="445008" cy="783336"/>
          </a:xfrm>
          <a:prstGeom prst="rect">
            <a:avLst/>
          </a:prstGeom>
        </p:spPr>
      </p:pic>
      <p:pic>
        <p:nvPicPr>
          <p:cNvPr id="6" name="Picture 5" descr="poslovni-300dpi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344" y="5357518"/>
            <a:ext cx="920496" cy="762000"/>
          </a:xfrm>
          <a:prstGeom prst="rect">
            <a:avLst/>
          </a:prstGeom>
        </p:spPr>
      </p:pic>
      <p:pic>
        <p:nvPicPr>
          <p:cNvPr id="7" name="Picture 6" descr="it-300dpi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755" y="3718814"/>
            <a:ext cx="661416" cy="652272"/>
          </a:xfrm>
          <a:prstGeom prst="rect">
            <a:avLst/>
          </a:prstGeom>
        </p:spPr>
      </p:pic>
      <p:pic>
        <p:nvPicPr>
          <p:cNvPr id="8" name="Picture 7" descr="pametni-300dpi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866" y="3644110"/>
            <a:ext cx="445008" cy="783336"/>
          </a:xfrm>
          <a:prstGeom prst="rect">
            <a:avLst/>
          </a:prstGeom>
        </p:spPr>
      </p:pic>
      <p:pic>
        <p:nvPicPr>
          <p:cNvPr id="11" name="Picture 10" descr="razvojni-300dpi.png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738" y="3667633"/>
            <a:ext cx="914400" cy="786384"/>
          </a:xfrm>
          <a:prstGeom prst="rect">
            <a:avLst/>
          </a:prstGeom>
        </p:spPr>
      </p:pic>
      <p:pic>
        <p:nvPicPr>
          <p:cNvPr id="3" name="Picture 2" descr="naslovna-300dpi.png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639" y="-20689"/>
            <a:ext cx="8856000" cy="689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425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predavan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68313" y="2143756"/>
            <a:ext cx="2666001" cy="1031811"/>
          </a:xfrm>
          <a:prstGeom prst="rect">
            <a:avLst/>
          </a:prstGeom>
          <a:solidFill>
            <a:srgbClr val="4E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ta-IN" sz="2200" dirty="0" smtClean="0">
                <a:solidFill>
                  <a:schemeClr val="bg1"/>
                </a:solidFill>
                <a:latin typeface="Calibri"/>
                <a:cs typeface="Calibri"/>
              </a:rPr>
              <a:t>Zagreb,</a:t>
            </a:r>
            <a:r>
              <a:rPr lang="ta-IN" sz="2200" baseline="0" dirty="0" smtClean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ta-IN" sz="2200" dirty="0" smtClean="0">
                <a:solidFill>
                  <a:schemeClr val="bg1"/>
                </a:solidFill>
                <a:latin typeface="Calibri"/>
                <a:cs typeface="Calibri"/>
              </a:rPr>
              <a:t>29.09.2016.</a:t>
            </a:r>
            <a:endParaRPr lang="hr-HR" sz="22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1872301" y="4983197"/>
            <a:ext cx="1260000" cy="1533525"/>
          </a:xfrm>
          <a:prstGeom prst="rect">
            <a:avLst/>
          </a:prstGeom>
          <a:solidFill>
            <a:srgbClr val="FA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r-HR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470538" y="4983197"/>
            <a:ext cx="1260000" cy="1533525"/>
          </a:xfrm>
          <a:prstGeom prst="rect">
            <a:avLst/>
          </a:prstGeom>
          <a:solidFill>
            <a:srgbClr val="29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r-HR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466525" y="3307893"/>
            <a:ext cx="1260000" cy="1533525"/>
          </a:xfrm>
          <a:prstGeom prst="rect">
            <a:avLst/>
          </a:prstGeom>
          <a:solidFill>
            <a:srgbClr val="6DBE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r-HR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880988" y="3307893"/>
            <a:ext cx="1260000" cy="1533525"/>
          </a:xfrm>
          <a:prstGeom prst="rect">
            <a:avLst/>
          </a:prstGeom>
          <a:solidFill>
            <a:srgbClr val="2F408C"/>
          </a:solidFill>
          <a:ln>
            <a:solidFill>
              <a:srgbClr val="456A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r-HR" dirty="0"/>
          </a:p>
        </p:txBody>
      </p:sp>
      <p:pic>
        <p:nvPicPr>
          <p:cNvPr id="27" name="Picture 26" descr="mobilityday10-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411" y="472990"/>
            <a:ext cx="4304314" cy="1194811"/>
          </a:xfrm>
          <a:prstGeom prst="rect">
            <a:avLst/>
          </a:prstGeom>
        </p:spPr>
      </p:pic>
      <p:sp>
        <p:nvSpPr>
          <p:cNvPr id="33" name="Rectangle 32"/>
          <p:cNvSpPr/>
          <p:nvPr userDrawn="1"/>
        </p:nvSpPr>
        <p:spPr>
          <a:xfrm>
            <a:off x="465812" y="468385"/>
            <a:ext cx="1260000" cy="1533525"/>
          </a:xfrm>
          <a:prstGeom prst="rect">
            <a:avLst/>
          </a:prstGeom>
          <a:solidFill>
            <a:srgbClr val="2F4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r-HR" dirty="0"/>
          </a:p>
        </p:txBody>
      </p:sp>
      <p:sp>
        <p:nvSpPr>
          <p:cNvPr id="31" name="Rectangle 30"/>
          <p:cNvSpPr/>
          <p:nvPr userDrawn="1"/>
        </p:nvSpPr>
        <p:spPr>
          <a:xfrm>
            <a:off x="1880275" y="468385"/>
            <a:ext cx="1260000" cy="1533525"/>
          </a:xfrm>
          <a:prstGeom prst="rect">
            <a:avLst/>
          </a:prstGeom>
          <a:solidFill>
            <a:srgbClr val="EEBC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r-HR" dirty="0"/>
          </a:p>
        </p:txBody>
      </p:sp>
      <p:sp>
        <p:nvSpPr>
          <p:cNvPr id="38" name="Text Placeholder 3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386138" y="2149739"/>
            <a:ext cx="5246346" cy="100431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3200" baseline="0"/>
            </a:lvl1pPr>
          </a:lstStyle>
          <a:p>
            <a:pPr lvl="0"/>
            <a:r>
              <a:rPr lang="ta-IN" dirty="0" smtClean="0"/>
              <a:t>Ime i prezime autora</a:t>
            </a:r>
            <a:endParaRPr lang="en-US" dirty="0"/>
          </a:p>
        </p:txBody>
      </p:sp>
      <p:sp>
        <p:nvSpPr>
          <p:cNvPr id="40" name="Text Placeholder 39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386590" y="3311761"/>
            <a:ext cx="5244430" cy="320385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4000" b="1">
                <a:latin typeface="Calibri"/>
                <a:cs typeface="Calibri"/>
              </a:defRPr>
            </a:lvl1pPr>
          </a:lstStyle>
          <a:p>
            <a:pPr lvl="0"/>
            <a:r>
              <a:rPr lang="ta-IN" dirty="0" smtClean="0"/>
              <a:t>Naslov</a:t>
            </a:r>
          </a:p>
        </p:txBody>
      </p:sp>
      <p:pic>
        <p:nvPicPr>
          <p:cNvPr id="28" name="Picture 27" descr="poslovni-300dpi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592" y="3750655"/>
            <a:ext cx="782784" cy="648000"/>
          </a:xfrm>
          <a:prstGeom prst="rect">
            <a:avLst/>
          </a:prstGeom>
        </p:spPr>
      </p:pic>
      <p:pic>
        <p:nvPicPr>
          <p:cNvPr id="29" name="Picture 28" descr="it-300dpi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760" y="5425959"/>
            <a:ext cx="657083" cy="648000"/>
          </a:xfrm>
          <a:prstGeom prst="rect">
            <a:avLst/>
          </a:prstGeom>
        </p:spPr>
      </p:pic>
      <p:pic>
        <p:nvPicPr>
          <p:cNvPr id="30" name="Picture 29" descr="razvojni-300dpi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61" y="3714656"/>
            <a:ext cx="837209" cy="719999"/>
          </a:xfrm>
          <a:prstGeom prst="rect">
            <a:avLst/>
          </a:prstGeom>
        </p:spPr>
      </p:pic>
      <p:pic>
        <p:nvPicPr>
          <p:cNvPr id="32" name="Picture 31" descr="pametni-300dpi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73" y="5389960"/>
            <a:ext cx="409027" cy="71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1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z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 descr="ALGEBRA-cmyk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23" y="5291273"/>
            <a:ext cx="1290088" cy="674071"/>
          </a:xfrm>
          <a:prstGeom prst="rect">
            <a:avLst/>
          </a:prstGeom>
        </p:spPr>
      </p:pic>
      <p:pic>
        <p:nvPicPr>
          <p:cNvPr id="59" name="Picture 58" descr="Akcija-cmyk.jp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208" y="5235235"/>
            <a:ext cx="786146" cy="786146"/>
          </a:xfrm>
          <a:prstGeom prst="rect">
            <a:avLst/>
          </a:prstGeom>
        </p:spPr>
      </p:pic>
      <p:pic>
        <p:nvPicPr>
          <p:cNvPr id="58" name="Picture 57" descr="cropc.jp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785" y="4031895"/>
            <a:ext cx="1593749" cy="991762"/>
          </a:xfrm>
          <a:prstGeom prst="rect">
            <a:avLst/>
          </a:prstGeom>
        </p:spPr>
      </p:pic>
      <p:grpSp>
        <p:nvGrpSpPr>
          <p:cNvPr id="66" name="Group 65"/>
          <p:cNvGrpSpPr/>
          <p:nvPr userDrawn="1"/>
        </p:nvGrpSpPr>
        <p:grpSpPr>
          <a:xfrm>
            <a:off x="347496" y="6085548"/>
            <a:ext cx="1934012" cy="539515"/>
            <a:chOff x="347496" y="6085548"/>
            <a:chExt cx="1934012" cy="539515"/>
          </a:xfrm>
        </p:grpSpPr>
        <p:grpSp>
          <p:nvGrpSpPr>
            <p:cNvPr id="64" name="Group 63"/>
            <p:cNvGrpSpPr/>
            <p:nvPr userDrawn="1"/>
          </p:nvGrpSpPr>
          <p:grpSpPr>
            <a:xfrm>
              <a:off x="1838223" y="6085548"/>
              <a:ext cx="443285" cy="539515"/>
              <a:chOff x="1345063" y="6085063"/>
              <a:chExt cx="443285" cy="539515"/>
            </a:xfrm>
          </p:grpSpPr>
          <p:sp>
            <p:nvSpPr>
              <p:cNvPr id="15" name="Rectangle 14"/>
              <p:cNvSpPr/>
              <p:nvPr userDrawn="1"/>
            </p:nvSpPr>
            <p:spPr>
              <a:xfrm>
                <a:off x="1345063" y="6085063"/>
                <a:ext cx="443285" cy="539515"/>
              </a:xfrm>
              <a:prstGeom prst="rect">
                <a:avLst/>
              </a:prstGeom>
              <a:solidFill>
                <a:srgbClr val="29AD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19" name="Picture 18" descr="pametni-300dpi.png"/>
              <p:cNvPicPr>
                <a:picLocks noChangeAspect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88426" y="6220159"/>
                <a:ext cx="156560" cy="275588"/>
              </a:xfrm>
              <a:prstGeom prst="rect">
                <a:avLst/>
              </a:prstGeom>
            </p:spPr>
          </p:pic>
        </p:grpSp>
        <p:grpSp>
          <p:nvGrpSpPr>
            <p:cNvPr id="62" name="Group 61"/>
            <p:cNvGrpSpPr/>
            <p:nvPr userDrawn="1"/>
          </p:nvGrpSpPr>
          <p:grpSpPr>
            <a:xfrm>
              <a:off x="347496" y="6085548"/>
              <a:ext cx="443285" cy="539515"/>
              <a:chOff x="846319" y="6085063"/>
              <a:chExt cx="443285" cy="539515"/>
            </a:xfrm>
          </p:grpSpPr>
          <p:sp>
            <p:nvSpPr>
              <p:cNvPr id="16" name="Rectangle 15"/>
              <p:cNvSpPr/>
              <p:nvPr userDrawn="1"/>
            </p:nvSpPr>
            <p:spPr>
              <a:xfrm>
                <a:off x="846319" y="6085063"/>
                <a:ext cx="443285" cy="539515"/>
              </a:xfrm>
              <a:prstGeom prst="rect">
                <a:avLst/>
              </a:prstGeom>
              <a:solidFill>
                <a:srgbClr val="2F408C"/>
              </a:solidFill>
              <a:ln>
                <a:solidFill>
                  <a:srgbClr val="456AA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17" name="Picture 16" descr="poslovni-300dpi.png"/>
              <p:cNvPicPr>
                <a:picLocks noChangeAspect="1"/>
              </p:cNvPicPr>
              <p:nvPr userDrawn="1"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040" y="6223912"/>
                <a:ext cx="323843" cy="268082"/>
              </a:xfrm>
              <a:prstGeom prst="rect">
                <a:avLst/>
              </a:prstGeom>
            </p:spPr>
          </p:pic>
        </p:grpSp>
        <p:grpSp>
          <p:nvGrpSpPr>
            <p:cNvPr id="65" name="Group 64"/>
            <p:cNvGrpSpPr/>
            <p:nvPr userDrawn="1"/>
          </p:nvGrpSpPr>
          <p:grpSpPr>
            <a:xfrm>
              <a:off x="1341314" y="6085548"/>
              <a:ext cx="443285" cy="539515"/>
              <a:chOff x="1838223" y="6085063"/>
              <a:chExt cx="443285" cy="539515"/>
            </a:xfrm>
          </p:grpSpPr>
          <p:sp>
            <p:nvSpPr>
              <p:cNvPr id="14" name="Rectangle 13"/>
              <p:cNvSpPr/>
              <p:nvPr userDrawn="1"/>
            </p:nvSpPr>
            <p:spPr>
              <a:xfrm>
                <a:off x="1838223" y="6085063"/>
                <a:ext cx="443285" cy="539515"/>
              </a:xfrm>
              <a:prstGeom prst="rect">
                <a:avLst/>
              </a:prstGeom>
              <a:solidFill>
                <a:srgbClr val="FAA5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18" name="Picture 17" descr="it-300dpi.png"/>
              <p:cNvPicPr>
                <a:picLocks noChangeAspect="1"/>
              </p:cNvPicPr>
              <p:nvPr userDrawn="1"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43518" y="6243214"/>
                <a:ext cx="232695" cy="229478"/>
              </a:xfrm>
              <a:prstGeom prst="rect">
                <a:avLst/>
              </a:prstGeom>
            </p:spPr>
          </p:pic>
        </p:grpSp>
        <p:grpSp>
          <p:nvGrpSpPr>
            <p:cNvPr id="63" name="Group 62"/>
            <p:cNvGrpSpPr/>
            <p:nvPr userDrawn="1"/>
          </p:nvGrpSpPr>
          <p:grpSpPr>
            <a:xfrm>
              <a:off x="844405" y="6085548"/>
              <a:ext cx="443285" cy="539515"/>
              <a:chOff x="347496" y="6085548"/>
              <a:chExt cx="443285" cy="539515"/>
            </a:xfrm>
          </p:grpSpPr>
          <p:sp>
            <p:nvSpPr>
              <p:cNvPr id="20" name="Rectangle 19"/>
              <p:cNvSpPr/>
              <p:nvPr userDrawn="1"/>
            </p:nvSpPr>
            <p:spPr>
              <a:xfrm>
                <a:off x="347496" y="6085548"/>
                <a:ext cx="443285" cy="539515"/>
              </a:xfrm>
              <a:prstGeom prst="rect">
                <a:avLst/>
              </a:prstGeom>
              <a:solidFill>
                <a:srgbClr val="6DBE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21" name="Picture 20" descr="razvojni-300dpi.png"/>
              <p:cNvPicPr>
                <a:picLocks noChangeAspect="1"/>
              </p:cNvPicPr>
              <p:nvPr userDrawn="1"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8289" y="6216975"/>
                <a:ext cx="321698" cy="276661"/>
              </a:xfrm>
              <a:prstGeom prst="rect">
                <a:avLst/>
              </a:prstGeom>
            </p:spPr>
          </p:pic>
        </p:grpSp>
      </p:grpSp>
      <p:pic>
        <p:nvPicPr>
          <p:cNvPr id="22" name="Picture 21" descr="mobilityday10-logo.png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857" y="6063850"/>
            <a:ext cx="1945354" cy="540000"/>
          </a:xfrm>
          <a:prstGeom prst="rect">
            <a:avLst/>
          </a:prstGeom>
        </p:spPr>
      </p:pic>
      <p:sp>
        <p:nvSpPr>
          <p:cNvPr id="25" name="TextBox 24"/>
          <p:cNvSpPr txBox="1"/>
          <p:nvPr userDrawn="1"/>
        </p:nvSpPr>
        <p:spPr>
          <a:xfrm>
            <a:off x="333037" y="1576910"/>
            <a:ext cx="8496000" cy="307777"/>
          </a:xfrm>
          <a:prstGeom prst="rect">
            <a:avLst/>
          </a:prstGeom>
          <a:solidFill>
            <a:srgbClr val="EEBD0E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ta-IN" sz="1400" dirty="0" smtClean="0">
                <a:solidFill>
                  <a:srgbClr val="0D0D0D"/>
                </a:solidFill>
                <a:latin typeface="Calibri"/>
                <a:cs typeface="Calibri"/>
              </a:rPr>
              <a:t>POKROVITELJI</a:t>
            </a:r>
            <a:endParaRPr lang="en-US" sz="1400" dirty="0">
              <a:solidFill>
                <a:srgbClr val="0D0D0D"/>
              </a:solidFill>
              <a:latin typeface="Calibri"/>
              <a:cs typeface="Calibri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324000" y="4914931"/>
            <a:ext cx="1979998" cy="307777"/>
          </a:xfrm>
          <a:prstGeom prst="rect">
            <a:avLst/>
          </a:prstGeom>
          <a:solidFill>
            <a:srgbClr val="EEBD0E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ta-IN" sz="1400" dirty="0" smtClean="0">
                <a:solidFill>
                  <a:srgbClr val="0D0D0D"/>
                </a:solidFill>
                <a:latin typeface="Calibri"/>
                <a:cs typeface="Calibri"/>
              </a:rPr>
              <a:t>AKADEMSKI PARTNERI</a:t>
            </a:r>
            <a:endParaRPr lang="en-US" sz="1400" dirty="0">
              <a:solidFill>
                <a:srgbClr val="0D0D0D"/>
              </a:solidFill>
              <a:latin typeface="Calibri"/>
              <a:cs typeface="Calibri"/>
            </a:endParaRPr>
          </a:p>
        </p:txBody>
      </p:sp>
      <p:sp>
        <p:nvSpPr>
          <p:cNvPr id="27" name="TextBox 26"/>
          <p:cNvSpPr txBox="1"/>
          <p:nvPr userDrawn="1"/>
        </p:nvSpPr>
        <p:spPr>
          <a:xfrm>
            <a:off x="2427281" y="4914931"/>
            <a:ext cx="1872000" cy="307777"/>
          </a:xfrm>
          <a:prstGeom prst="rect">
            <a:avLst/>
          </a:prstGeom>
          <a:solidFill>
            <a:srgbClr val="EEBD0E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ta-IN" sz="1400" dirty="0" smtClean="0">
                <a:solidFill>
                  <a:srgbClr val="0D0D0D"/>
                </a:solidFill>
                <a:latin typeface="Calibri"/>
                <a:cs typeface="Calibri"/>
              </a:rPr>
              <a:t>DIGITALNI PARTNER</a:t>
            </a:r>
            <a:endParaRPr lang="en-US" sz="1400" dirty="0">
              <a:solidFill>
                <a:srgbClr val="0D0D0D"/>
              </a:solidFill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4437037" y="4914931"/>
            <a:ext cx="4392000" cy="307777"/>
          </a:xfrm>
          <a:prstGeom prst="rect">
            <a:avLst/>
          </a:prstGeom>
          <a:solidFill>
            <a:srgbClr val="EEBD0E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ta-IN" sz="1400" dirty="0" smtClean="0">
                <a:solidFill>
                  <a:srgbClr val="0D0D0D"/>
                </a:solidFill>
                <a:latin typeface="Calibri"/>
                <a:cs typeface="Calibri"/>
              </a:rPr>
              <a:t>PRIJATELJI</a:t>
            </a:r>
            <a:r>
              <a:rPr lang="ta-IN" sz="1400" baseline="0" dirty="0" smtClean="0">
                <a:solidFill>
                  <a:srgbClr val="0D0D0D"/>
                </a:solidFill>
                <a:latin typeface="Calibri"/>
                <a:cs typeface="Calibri"/>
              </a:rPr>
              <a:t> KONFERENCIJE</a:t>
            </a:r>
            <a:endParaRPr lang="en-US" sz="1400" dirty="0">
              <a:solidFill>
                <a:srgbClr val="0D0D0D"/>
              </a:solidFill>
              <a:latin typeface="Calibri"/>
              <a:cs typeface="Calibri"/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322456" y="382556"/>
            <a:ext cx="2340000" cy="307777"/>
          </a:xfrm>
          <a:prstGeom prst="rect">
            <a:avLst/>
          </a:prstGeom>
          <a:solidFill>
            <a:srgbClr val="EEBD0E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ta-IN" sz="1400" dirty="0" smtClean="0">
                <a:solidFill>
                  <a:srgbClr val="0D0D0D"/>
                </a:solidFill>
                <a:latin typeface="Calibri"/>
                <a:cs typeface="Calibri"/>
              </a:rPr>
              <a:t>GENERALNI SPONZOR</a:t>
            </a:r>
            <a:endParaRPr lang="en-US" sz="1400" dirty="0">
              <a:solidFill>
                <a:srgbClr val="0D0D0D"/>
              </a:solidFill>
              <a:latin typeface="Calibri"/>
              <a:cs typeface="Calibri"/>
            </a:endParaRPr>
          </a:p>
        </p:txBody>
      </p:sp>
      <p:sp>
        <p:nvSpPr>
          <p:cNvPr id="32" name="TextBox 31"/>
          <p:cNvSpPr txBox="1"/>
          <p:nvPr userDrawn="1"/>
        </p:nvSpPr>
        <p:spPr>
          <a:xfrm>
            <a:off x="2787163" y="382556"/>
            <a:ext cx="2844000" cy="307777"/>
          </a:xfrm>
          <a:prstGeom prst="rect">
            <a:avLst/>
          </a:prstGeom>
          <a:solidFill>
            <a:srgbClr val="EEBD0E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ta-IN" sz="1400" dirty="0" smtClean="0">
                <a:solidFill>
                  <a:srgbClr val="0D0D0D"/>
                </a:solidFill>
                <a:latin typeface="Calibri"/>
                <a:cs typeface="Calibri"/>
              </a:rPr>
              <a:t>GENERALNI MEDIJSKI SPONZOR</a:t>
            </a:r>
            <a:endParaRPr lang="en-US" sz="1400" dirty="0">
              <a:solidFill>
                <a:srgbClr val="0D0D0D"/>
              </a:solidFill>
              <a:latin typeface="Calibri"/>
              <a:cs typeface="Calibri"/>
            </a:endParaRPr>
          </a:p>
        </p:txBody>
      </p:sp>
      <p:sp>
        <p:nvSpPr>
          <p:cNvPr id="33" name="TextBox 32"/>
          <p:cNvSpPr txBox="1"/>
          <p:nvPr userDrawn="1"/>
        </p:nvSpPr>
        <p:spPr>
          <a:xfrm>
            <a:off x="5769037" y="382556"/>
            <a:ext cx="3060000" cy="307777"/>
          </a:xfrm>
          <a:prstGeom prst="rect">
            <a:avLst/>
          </a:prstGeom>
          <a:solidFill>
            <a:srgbClr val="EEBD0E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ta-IN" sz="1400" dirty="0" smtClean="0">
                <a:solidFill>
                  <a:srgbClr val="0D0D0D"/>
                </a:solidFill>
                <a:latin typeface="Calibri"/>
                <a:cs typeface="Calibri"/>
              </a:rPr>
              <a:t>GLAVNI SPONZORI</a:t>
            </a:r>
            <a:endParaRPr lang="en-US" sz="1400" dirty="0">
              <a:solidFill>
                <a:srgbClr val="0D0D0D"/>
              </a:solidFill>
              <a:latin typeface="Calibri"/>
              <a:cs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992210" y="6179162"/>
            <a:ext cx="1645867" cy="251998"/>
          </a:xfrm>
          <a:prstGeom prst="rect">
            <a:avLst/>
          </a:prstGeom>
        </p:spPr>
      </p:pic>
      <p:pic>
        <p:nvPicPr>
          <p:cNvPr id="3" name="Picture 2" descr="Citus.png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065" y="6089030"/>
            <a:ext cx="2411987" cy="531073"/>
          </a:xfrm>
          <a:prstGeom prst="rect">
            <a:avLst/>
          </a:prstGeom>
        </p:spPr>
      </p:pic>
      <p:pic>
        <p:nvPicPr>
          <p:cNvPr id="5" name="Picture 4" descr="HP-logo-CMYK.jpg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091" y="791338"/>
            <a:ext cx="684567" cy="684567"/>
          </a:xfrm>
          <a:prstGeom prst="rect">
            <a:avLst/>
          </a:prstGeom>
        </p:spPr>
      </p:pic>
      <p:pic>
        <p:nvPicPr>
          <p:cNvPr id="6" name="Picture 5" descr="tportal.jpg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772" y="804386"/>
            <a:ext cx="1446475" cy="658471"/>
          </a:xfrm>
          <a:prstGeom prst="rect">
            <a:avLst/>
          </a:prstGeom>
        </p:spPr>
      </p:pic>
      <p:pic>
        <p:nvPicPr>
          <p:cNvPr id="8" name="Picture 7" descr="T HT logo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00" y="856429"/>
            <a:ext cx="908667" cy="554385"/>
          </a:xfrm>
          <a:prstGeom prst="rect">
            <a:avLst/>
          </a:prstGeom>
        </p:spPr>
      </p:pic>
      <p:pic>
        <p:nvPicPr>
          <p:cNvPr id="9" name="Picture 8" descr="konica_minolta-logo.jpg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806" y="886669"/>
            <a:ext cx="826463" cy="484435"/>
          </a:xfrm>
          <a:prstGeom prst="rect">
            <a:avLst/>
          </a:prstGeom>
        </p:spPr>
      </p:pic>
      <p:pic>
        <p:nvPicPr>
          <p:cNvPr id="10" name="Picture 9" descr="info-kod.jpg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913" y="902623"/>
            <a:ext cx="648000" cy="411162"/>
          </a:xfrm>
          <a:prstGeom prst="rect">
            <a:avLst/>
          </a:prstGeom>
        </p:spPr>
      </p:pic>
      <p:pic>
        <p:nvPicPr>
          <p:cNvPr id="11" name="Picture 10" descr="ineta.jpg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21" y="2005870"/>
            <a:ext cx="665202" cy="523352"/>
          </a:xfrm>
          <a:prstGeom prst="rect">
            <a:avLst/>
          </a:prstGeom>
        </p:spPr>
      </p:pic>
      <p:pic>
        <p:nvPicPr>
          <p:cNvPr id="12" name="Picture 11" descr="HUP_hr.jpg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026" y="2077957"/>
            <a:ext cx="1562215" cy="379179"/>
          </a:xfrm>
          <a:prstGeom prst="rect">
            <a:avLst/>
          </a:prstGeom>
        </p:spPr>
      </p:pic>
      <p:pic>
        <p:nvPicPr>
          <p:cNvPr id="23" name="Picture 22" descr="HAMAG-Bicro-logo-CMYK.jpg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367" y="2088441"/>
            <a:ext cx="1713398" cy="358211"/>
          </a:xfrm>
          <a:prstGeom prst="rect">
            <a:avLst/>
          </a:prstGeom>
        </p:spPr>
      </p:pic>
      <p:pic>
        <p:nvPicPr>
          <p:cNvPr id="24" name="Picture 23" descr="hgk-it.png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986" y="2067332"/>
            <a:ext cx="1481585" cy="400428"/>
          </a:xfrm>
          <a:prstGeom prst="rect">
            <a:avLst/>
          </a:prstGeom>
        </p:spPr>
      </p:pic>
      <p:pic>
        <p:nvPicPr>
          <p:cNvPr id="30" name="Picture 29" descr="raza-logo.jpg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834" y="2033525"/>
            <a:ext cx="1441270" cy="468042"/>
          </a:xfrm>
          <a:prstGeom prst="rect">
            <a:avLst/>
          </a:prstGeom>
        </p:spPr>
      </p:pic>
      <p:pic>
        <p:nvPicPr>
          <p:cNvPr id="34" name="Picture 33" descr="hotel-antunovic.jpeg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91" y="2988144"/>
            <a:ext cx="1380795" cy="807234"/>
          </a:xfrm>
          <a:prstGeom prst="rect">
            <a:avLst/>
          </a:prstGeom>
        </p:spPr>
      </p:pic>
      <p:pic>
        <p:nvPicPr>
          <p:cNvPr id="35" name="Picture 34" descr="avalon-logo-black.jpg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004" y="3281292"/>
            <a:ext cx="886936" cy="328423"/>
          </a:xfrm>
          <a:prstGeom prst="rect">
            <a:avLst/>
          </a:prstGeom>
        </p:spPr>
      </p:pic>
      <p:pic>
        <p:nvPicPr>
          <p:cNvPr id="39" name="Picture 38" descr="EH.jpg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834" y="3264474"/>
            <a:ext cx="1524003" cy="280417"/>
          </a:xfrm>
          <a:prstGeom prst="rect">
            <a:avLst/>
          </a:prstGeom>
        </p:spPr>
      </p:pic>
      <p:pic>
        <p:nvPicPr>
          <p:cNvPr id="40" name="Picture 39" descr="FINA.jpg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731" y="3299588"/>
            <a:ext cx="1058275" cy="210189"/>
          </a:xfrm>
          <a:prstGeom prst="rect">
            <a:avLst/>
          </a:prstGeom>
        </p:spPr>
      </p:pic>
      <p:pic>
        <p:nvPicPr>
          <p:cNvPr id="41" name="Picture 40" descr="MSFT.jpg"/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901" y="3254064"/>
            <a:ext cx="1412372" cy="301237"/>
          </a:xfrm>
          <a:prstGeom prst="rect">
            <a:avLst/>
          </a:prstGeom>
        </p:spPr>
      </p:pic>
      <p:pic>
        <p:nvPicPr>
          <p:cNvPr id="42" name="Picture 41" descr="opel logo final vektori-01.jpg"/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132" y="3053021"/>
            <a:ext cx="717801" cy="717801"/>
          </a:xfrm>
          <a:prstGeom prst="rect">
            <a:avLst/>
          </a:prstGeom>
        </p:spPr>
      </p:pic>
      <p:pic>
        <p:nvPicPr>
          <p:cNvPr id="43" name="Picture 42" descr="semos_logo.jpg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475" y="3103725"/>
            <a:ext cx="707137" cy="576073"/>
          </a:xfrm>
          <a:prstGeom prst="rect">
            <a:avLst/>
          </a:prstGeom>
        </p:spPr>
      </p:pic>
      <p:sp>
        <p:nvSpPr>
          <p:cNvPr id="37" name="TextBox 36"/>
          <p:cNvSpPr txBox="1"/>
          <p:nvPr userDrawn="1"/>
        </p:nvSpPr>
        <p:spPr>
          <a:xfrm>
            <a:off x="333037" y="3805506"/>
            <a:ext cx="8496000" cy="307777"/>
          </a:xfrm>
          <a:prstGeom prst="rect">
            <a:avLst/>
          </a:prstGeom>
          <a:solidFill>
            <a:srgbClr val="EEBD0E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ta-IN" sz="1400" dirty="0" smtClean="0">
                <a:solidFill>
                  <a:srgbClr val="0D0D0D"/>
                </a:solidFill>
                <a:latin typeface="Calibri"/>
                <a:cs typeface="Calibri"/>
              </a:rPr>
              <a:t>MEDIJSKI PARTNERI</a:t>
            </a:r>
            <a:endParaRPr lang="en-US" sz="1400" dirty="0">
              <a:solidFill>
                <a:srgbClr val="0D0D0D"/>
              </a:solidFill>
              <a:latin typeface="Calibri"/>
              <a:cs typeface="Calibri"/>
            </a:endParaRPr>
          </a:p>
        </p:txBody>
      </p:sp>
      <p:sp>
        <p:nvSpPr>
          <p:cNvPr id="26" name="TextBox 25"/>
          <p:cNvSpPr txBox="1"/>
          <p:nvPr userDrawn="1"/>
        </p:nvSpPr>
        <p:spPr>
          <a:xfrm>
            <a:off x="333037" y="2696082"/>
            <a:ext cx="8496000" cy="307777"/>
          </a:xfrm>
          <a:prstGeom prst="rect">
            <a:avLst/>
          </a:prstGeom>
          <a:solidFill>
            <a:srgbClr val="EEBD0E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ta-IN" sz="1400" dirty="0" smtClean="0">
                <a:solidFill>
                  <a:srgbClr val="0D0D0D"/>
                </a:solidFill>
                <a:latin typeface="Calibri"/>
                <a:cs typeface="Calibri"/>
              </a:rPr>
              <a:t>SPONZORI</a:t>
            </a:r>
            <a:endParaRPr lang="en-US" sz="1400" dirty="0">
              <a:solidFill>
                <a:srgbClr val="0D0D0D"/>
              </a:solidFill>
              <a:latin typeface="Calibri"/>
              <a:cs typeface="Calibri"/>
            </a:endParaRPr>
          </a:p>
        </p:txBody>
      </p:sp>
      <p:pic>
        <p:nvPicPr>
          <p:cNvPr id="46" name="Picture 45" descr="span.jpg"/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563" y="5488465"/>
            <a:ext cx="936000" cy="299604"/>
          </a:xfrm>
          <a:prstGeom prst="rect">
            <a:avLst/>
          </a:prstGeom>
        </p:spPr>
      </p:pic>
      <p:pic>
        <p:nvPicPr>
          <p:cNvPr id="47" name="Picture 46" descr="MARINES_logo.jpg"/>
          <p:cNvPicPr>
            <a:picLocks noChangeAspect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148" y="5567749"/>
            <a:ext cx="1152000" cy="141037"/>
          </a:xfrm>
          <a:prstGeom prst="rect">
            <a:avLst/>
          </a:prstGeom>
        </p:spPr>
      </p:pic>
      <p:pic>
        <p:nvPicPr>
          <p:cNvPr id="49" name="Picture 48" descr="pressclipping.png"/>
          <p:cNvPicPr>
            <a:picLocks noChangeAspect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733" y="5536171"/>
            <a:ext cx="1189128" cy="204193"/>
          </a:xfrm>
          <a:prstGeom prst="rect">
            <a:avLst/>
          </a:prstGeom>
        </p:spPr>
      </p:pic>
      <p:pic>
        <p:nvPicPr>
          <p:cNvPr id="50" name="Picture 49" descr="racunalo-logo.jpg"/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56" y="4401793"/>
            <a:ext cx="1008000" cy="282948"/>
          </a:xfrm>
          <a:prstGeom prst="rect">
            <a:avLst/>
          </a:prstGeom>
        </p:spPr>
      </p:pic>
      <p:pic>
        <p:nvPicPr>
          <p:cNvPr id="52" name="Picture 51" descr="trakoscan.jpg"/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47" y="5356028"/>
            <a:ext cx="863999" cy="564479"/>
          </a:xfrm>
          <a:prstGeom prst="rect">
            <a:avLst/>
          </a:prstGeom>
        </p:spPr>
      </p:pic>
      <p:pic>
        <p:nvPicPr>
          <p:cNvPr id="54" name="Picture 53" descr="ictbiz_logo_2_cmyk.jpg"/>
          <p:cNvPicPr>
            <a:picLocks noChangeAspect="1"/>
          </p:cNvPicPr>
          <p:nvPr userDrawn="1"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92" y="4242457"/>
            <a:ext cx="1088511" cy="510159"/>
          </a:xfrm>
          <a:prstGeom prst="rect">
            <a:avLst/>
          </a:prstGeom>
        </p:spPr>
      </p:pic>
      <p:pic>
        <p:nvPicPr>
          <p:cNvPr id="53" name="Picture 52" descr="IT Biz Crunch.jpg"/>
          <p:cNvPicPr>
            <a:picLocks noChangeAspect="1"/>
          </p:cNvPicPr>
          <p:nvPr userDrawn="1"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753" y="4277062"/>
            <a:ext cx="562504" cy="440949"/>
          </a:xfrm>
          <a:prstGeom prst="rect">
            <a:avLst/>
          </a:prstGeom>
        </p:spPr>
      </p:pic>
      <p:pic>
        <p:nvPicPr>
          <p:cNvPr id="55" name="Picture 54" descr="mobil.jpg"/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607" y="4270012"/>
            <a:ext cx="922003" cy="414729"/>
          </a:xfrm>
          <a:prstGeom prst="rect">
            <a:avLst/>
          </a:prstGeom>
        </p:spPr>
      </p:pic>
      <p:pic>
        <p:nvPicPr>
          <p:cNvPr id="56" name="Picture 55" descr="Novi milenij logo.png"/>
          <p:cNvPicPr>
            <a:picLocks noChangeAspect="1"/>
          </p:cNvPicPr>
          <p:nvPr userDrawn="1"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960" y="4406119"/>
            <a:ext cx="1193346" cy="278622"/>
          </a:xfrm>
          <a:prstGeom prst="rect">
            <a:avLst/>
          </a:prstGeom>
        </p:spPr>
      </p:pic>
      <p:pic>
        <p:nvPicPr>
          <p:cNvPr id="57" name="Picture 56" descr="vidi_logo.png"/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007" y="4369364"/>
            <a:ext cx="934999" cy="31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500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325338" y="918720"/>
            <a:ext cx="8493324" cy="45719"/>
          </a:xfrm>
          <a:prstGeom prst="rect">
            <a:avLst/>
          </a:prstGeom>
          <a:solidFill>
            <a:srgbClr val="EEBC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hr-HR" sz="2400" i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3" name="Picture 22" descr="mobilityday10-log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857" y="6063850"/>
            <a:ext cx="1945354" cy="540000"/>
          </a:xfrm>
          <a:prstGeom prst="rect">
            <a:avLst/>
          </a:prstGeom>
        </p:spPr>
      </p:pic>
      <p:sp>
        <p:nvSpPr>
          <p:cNvPr id="31" name="Title 30"/>
          <p:cNvSpPr>
            <a:spLocks noGrp="1"/>
          </p:cNvSpPr>
          <p:nvPr>
            <p:ph type="title" hasCustomPrompt="1"/>
          </p:nvPr>
        </p:nvSpPr>
        <p:spPr>
          <a:xfrm>
            <a:off x="338567" y="0"/>
            <a:ext cx="8466867" cy="941760"/>
          </a:xfrm>
        </p:spPr>
        <p:txBody>
          <a:bodyPr/>
          <a:lstStyle/>
          <a:p>
            <a:r>
              <a:rPr lang="ta-IN" dirty="0" smtClean="0"/>
              <a:t>Ubaci naslov</a:t>
            </a:r>
            <a:endParaRPr lang="en-US" dirty="0"/>
          </a:p>
        </p:txBody>
      </p:sp>
      <p:sp>
        <p:nvSpPr>
          <p:cNvPr id="33" name="Content Placeholder 32"/>
          <p:cNvSpPr>
            <a:spLocks noGrp="1"/>
          </p:cNvSpPr>
          <p:nvPr>
            <p:ph sz="quarter" idx="10" hasCustomPrompt="1"/>
          </p:nvPr>
        </p:nvSpPr>
        <p:spPr>
          <a:xfrm>
            <a:off x="324000" y="1157288"/>
            <a:ext cx="8496000" cy="471805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ta-IN" dirty="0" smtClean="0"/>
              <a:t>Ubaci tekst ili grafičke materijale</a:t>
            </a:r>
          </a:p>
          <a:p>
            <a:pPr lvl="1"/>
            <a:r>
              <a:rPr lang="en-US" dirty="0" smtClean="0"/>
              <a:t>T</a:t>
            </a:r>
            <a:r>
              <a:rPr lang="ta-IN" dirty="0" smtClean="0"/>
              <a:t>ekst 2</a:t>
            </a:r>
          </a:p>
          <a:p>
            <a:pPr lvl="2"/>
            <a:r>
              <a:rPr lang="en-US" dirty="0" smtClean="0"/>
              <a:t>T</a:t>
            </a:r>
            <a:r>
              <a:rPr lang="ta-IN" dirty="0" smtClean="0"/>
              <a:t>ekst 3</a:t>
            </a:r>
          </a:p>
          <a:p>
            <a:pPr lvl="3"/>
            <a:r>
              <a:rPr lang="en-US" dirty="0" smtClean="0"/>
              <a:t>T</a:t>
            </a:r>
            <a:r>
              <a:rPr lang="ta-IN" dirty="0" smtClean="0"/>
              <a:t>ekst 4</a:t>
            </a:r>
          </a:p>
          <a:p>
            <a:pPr lvl="4"/>
            <a:r>
              <a:rPr lang="en-US" dirty="0" smtClean="0"/>
              <a:t>T</a:t>
            </a:r>
            <a:r>
              <a:rPr lang="ta-IN" dirty="0" smtClean="0"/>
              <a:t>ekst 5</a:t>
            </a:r>
            <a:endParaRPr lang="en-US" dirty="0"/>
          </a:p>
        </p:txBody>
      </p:sp>
      <p:grpSp>
        <p:nvGrpSpPr>
          <p:cNvPr id="40" name="Group 39"/>
          <p:cNvGrpSpPr/>
          <p:nvPr userDrawn="1"/>
        </p:nvGrpSpPr>
        <p:grpSpPr>
          <a:xfrm>
            <a:off x="347496" y="6085548"/>
            <a:ext cx="1934012" cy="539515"/>
            <a:chOff x="347496" y="6085548"/>
            <a:chExt cx="1934012" cy="539515"/>
          </a:xfrm>
        </p:grpSpPr>
        <p:grpSp>
          <p:nvGrpSpPr>
            <p:cNvPr id="41" name="Group 40"/>
            <p:cNvGrpSpPr/>
            <p:nvPr userDrawn="1"/>
          </p:nvGrpSpPr>
          <p:grpSpPr>
            <a:xfrm>
              <a:off x="1838223" y="6085548"/>
              <a:ext cx="443285" cy="539515"/>
              <a:chOff x="1345063" y="6085063"/>
              <a:chExt cx="443285" cy="539515"/>
            </a:xfrm>
          </p:grpSpPr>
          <p:sp>
            <p:nvSpPr>
              <p:cNvPr id="51" name="Rectangle 50"/>
              <p:cNvSpPr/>
              <p:nvPr userDrawn="1"/>
            </p:nvSpPr>
            <p:spPr>
              <a:xfrm>
                <a:off x="1345063" y="6085063"/>
                <a:ext cx="443285" cy="539515"/>
              </a:xfrm>
              <a:prstGeom prst="rect">
                <a:avLst/>
              </a:prstGeom>
              <a:solidFill>
                <a:srgbClr val="29AD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52" name="Picture 51" descr="pametni-300dpi.png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88426" y="6220159"/>
                <a:ext cx="156560" cy="275588"/>
              </a:xfrm>
              <a:prstGeom prst="rect">
                <a:avLst/>
              </a:prstGeom>
            </p:spPr>
          </p:pic>
        </p:grpSp>
        <p:grpSp>
          <p:nvGrpSpPr>
            <p:cNvPr id="42" name="Group 41"/>
            <p:cNvGrpSpPr/>
            <p:nvPr userDrawn="1"/>
          </p:nvGrpSpPr>
          <p:grpSpPr>
            <a:xfrm>
              <a:off x="347496" y="6085548"/>
              <a:ext cx="443285" cy="539515"/>
              <a:chOff x="846319" y="6085063"/>
              <a:chExt cx="443285" cy="539515"/>
            </a:xfrm>
          </p:grpSpPr>
          <p:sp>
            <p:nvSpPr>
              <p:cNvPr id="49" name="Rectangle 48"/>
              <p:cNvSpPr/>
              <p:nvPr userDrawn="1"/>
            </p:nvSpPr>
            <p:spPr>
              <a:xfrm>
                <a:off x="846319" y="6085063"/>
                <a:ext cx="443285" cy="539515"/>
              </a:xfrm>
              <a:prstGeom prst="rect">
                <a:avLst/>
              </a:prstGeom>
              <a:solidFill>
                <a:srgbClr val="2F408C"/>
              </a:solidFill>
              <a:ln>
                <a:solidFill>
                  <a:srgbClr val="456AA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50" name="Picture 49" descr="poslovni-300dpi.png"/>
              <p:cNvPicPr>
                <a:picLocks noChangeAspect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040" y="6223912"/>
                <a:ext cx="323843" cy="268082"/>
              </a:xfrm>
              <a:prstGeom prst="rect">
                <a:avLst/>
              </a:prstGeom>
            </p:spPr>
          </p:pic>
        </p:grpSp>
        <p:grpSp>
          <p:nvGrpSpPr>
            <p:cNvPr id="43" name="Group 42"/>
            <p:cNvGrpSpPr/>
            <p:nvPr userDrawn="1"/>
          </p:nvGrpSpPr>
          <p:grpSpPr>
            <a:xfrm>
              <a:off x="1341314" y="6085548"/>
              <a:ext cx="443285" cy="539515"/>
              <a:chOff x="1838223" y="6085063"/>
              <a:chExt cx="443285" cy="539515"/>
            </a:xfrm>
          </p:grpSpPr>
          <p:sp>
            <p:nvSpPr>
              <p:cNvPr id="47" name="Rectangle 46"/>
              <p:cNvSpPr/>
              <p:nvPr userDrawn="1"/>
            </p:nvSpPr>
            <p:spPr>
              <a:xfrm>
                <a:off x="1838223" y="6085063"/>
                <a:ext cx="443285" cy="539515"/>
              </a:xfrm>
              <a:prstGeom prst="rect">
                <a:avLst/>
              </a:prstGeom>
              <a:solidFill>
                <a:srgbClr val="FAA5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48" name="Picture 47" descr="it-300dpi.png"/>
              <p:cNvPicPr>
                <a:picLocks noChangeAspect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43518" y="6243214"/>
                <a:ext cx="232695" cy="229478"/>
              </a:xfrm>
              <a:prstGeom prst="rect">
                <a:avLst/>
              </a:prstGeom>
            </p:spPr>
          </p:pic>
        </p:grpSp>
        <p:grpSp>
          <p:nvGrpSpPr>
            <p:cNvPr id="44" name="Group 43"/>
            <p:cNvGrpSpPr/>
            <p:nvPr userDrawn="1"/>
          </p:nvGrpSpPr>
          <p:grpSpPr>
            <a:xfrm>
              <a:off x="844405" y="6085548"/>
              <a:ext cx="443285" cy="539515"/>
              <a:chOff x="347496" y="6085548"/>
              <a:chExt cx="443285" cy="539515"/>
            </a:xfrm>
          </p:grpSpPr>
          <p:sp>
            <p:nvSpPr>
              <p:cNvPr id="45" name="Rectangle 44"/>
              <p:cNvSpPr/>
              <p:nvPr userDrawn="1"/>
            </p:nvSpPr>
            <p:spPr>
              <a:xfrm>
                <a:off x="347496" y="6085548"/>
                <a:ext cx="443285" cy="539515"/>
              </a:xfrm>
              <a:prstGeom prst="rect">
                <a:avLst/>
              </a:prstGeom>
              <a:solidFill>
                <a:srgbClr val="6DBE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46" name="Picture 45" descr="razvojni-300dpi.png"/>
              <p:cNvPicPr>
                <a:picLocks noChangeAspect="1"/>
              </p:cNvPicPr>
              <p:nvPr userDrawn="1"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8289" y="6216975"/>
                <a:ext cx="321698" cy="27666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639321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, sadržaj i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325338" y="918720"/>
            <a:ext cx="8493324" cy="45719"/>
          </a:xfrm>
          <a:prstGeom prst="rect">
            <a:avLst/>
          </a:prstGeom>
          <a:solidFill>
            <a:srgbClr val="EEBC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hr-HR" sz="2400" i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3" name="Picture 22" descr="mobilityday10-log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857" y="6063850"/>
            <a:ext cx="1945354" cy="540000"/>
          </a:xfrm>
          <a:prstGeom prst="rect">
            <a:avLst/>
          </a:prstGeom>
        </p:spPr>
      </p:pic>
      <p:sp>
        <p:nvSpPr>
          <p:cNvPr id="31" name="Title 30"/>
          <p:cNvSpPr>
            <a:spLocks noGrp="1"/>
          </p:cNvSpPr>
          <p:nvPr>
            <p:ph type="title" hasCustomPrompt="1"/>
          </p:nvPr>
        </p:nvSpPr>
        <p:spPr>
          <a:xfrm>
            <a:off x="338567" y="0"/>
            <a:ext cx="8466867" cy="941760"/>
          </a:xfrm>
        </p:spPr>
        <p:txBody>
          <a:bodyPr/>
          <a:lstStyle/>
          <a:p>
            <a:r>
              <a:rPr lang="ta-IN" dirty="0" smtClean="0"/>
              <a:t>Ubaci naslov</a:t>
            </a:r>
            <a:endParaRPr lang="en-US" dirty="0"/>
          </a:p>
        </p:txBody>
      </p:sp>
      <p:sp>
        <p:nvSpPr>
          <p:cNvPr id="33" name="Content Placeholder 32"/>
          <p:cNvSpPr>
            <a:spLocks noGrp="1"/>
          </p:cNvSpPr>
          <p:nvPr>
            <p:ph sz="quarter" idx="10" hasCustomPrompt="1"/>
          </p:nvPr>
        </p:nvSpPr>
        <p:spPr>
          <a:xfrm>
            <a:off x="4660816" y="1157288"/>
            <a:ext cx="4139999" cy="4718050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ta-IN" dirty="0" smtClean="0"/>
              <a:t>Ubaci tekst ili grafičke materijale</a:t>
            </a:r>
          </a:p>
          <a:p>
            <a:pPr lvl="1"/>
            <a:r>
              <a:rPr lang="ta-IN" dirty="0" smtClean="0"/>
              <a:t>Tekst</a:t>
            </a:r>
          </a:p>
          <a:p>
            <a:pPr lvl="2"/>
            <a:r>
              <a:rPr lang="en-US" dirty="0" smtClean="0"/>
              <a:t>T</a:t>
            </a:r>
            <a:r>
              <a:rPr lang="ta-IN" dirty="0" smtClean="0"/>
              <a:t>ekst</a:t>
            </a:r>
          </a:p>
          <a:p>
            <a:pPr lvl="3"/>
            <a:r>
              <a:rPr lang="ta-IN" dirty="0" smtClean="0"/>
              <a:t>Tekst</a:t>
            </a:r>
          </a:p>
          <a:p>
            <a:pPr lvl="4"/>
            <a:r>
              <a:rPr lang="ta-IN" dirty="0" smtClean="0"/>
              <a:t>Tekst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38667" y="1166512"/>
            <a:ext cx="4139997" cy="4716000"/>
          </a:xfrm>
        </p:spPr>
        <p:txBody>
          <a:bodyPr/>
          <a:lstStyle/>
          <a:p>
            <a:r>
              <a:rPr lang="ta-IN" dirty="0" smtClean="0"/>
              <a:t>Ubaci sliku</a:t>
            </a:r>
            <a:endParaRPr 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347496" y="6085548"/>
            <a:ext cx="1934012" cy="539515"/>
            <a:chOff x="347496" y="6085548"/>
            <a:chExt cx="1934012" cy="539515"/>
          </a:xfrm>
        </p:grpSpPr>
        <p:grpSp>
          <p:nvGrpSpPr>
            <p:cNvPr id="17" name="Group 16"/>
            <p:cNvGrpSpPr/>
            <p:nvPr userDrawn="1"/>
          </p:nvGrpSpPr>
          <p:grpSpPr>
            <a:xfrm>
              <a:off x="1838223" y="6085548"/>
              <a:ext cx="443285" cy="539515"/>
              <a:chOff x="1345063" y="6085063"/>
              <a:chExt cx="443285" cy="539515"/>
            </a:xfrm>
          </p:grpSpPr>
          <p:sp>
            <p:nvSpPr>
              <p:cNvPr id="38" name="Rectangle 37"/>
              <p:cNvSpPr/>
              <p:nvPr userDrawn="1"/>
            </p:nvSpPr>
            <p:spPr>
              <a:xfrm>
                <a:off x="1345063" y="6085063"/>
                <a:ext cx="443285" cy="539515"/>
              </a:xfrm>
              <a:prstGeom prst="rect">
                <a:avLst/>
              </a:prstGeom>
              <a:solidFill>
                <a:srgbClr val="29AD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39" name="Picture 38" descr="pametni-300dpi.png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88426" y="6220159"/>
                <a:ext cx="156560" cy="275588"/>
              </a:xfrm>
              <a:prstGeom prst="rect">
                <a:avLst/>
              </a:prstGeom>
            </p:spPr>
          </p:pic>
        </p:grpSp>
        <p:grpSp>
          <p:nvGrpSpPr>
            <p:cNvPr id="18" name="Group 17"/>
            <p:cNvGrpSpPr/>
            <p:nvPr userDrawn="1"/>
          </p:nvGrpSpPr>
          <p:grpSpPr>
            <a:xfrm>
              <a:off x="347496" y="6085548"/>
              <a:ext cx="443285" cy="539515"/>
              <a:chOff x="846319" y="6085063"/>
              <a:chExt cx="443285" cy="539515"/>
            </a:xfrm>
          </p:grpSpPr>
          <p:sp>
            <p:nvSpPr>
              <p:cNvPr id="36" name="Rectangle 35"/>
              <p:cNvSpPr/>
              <p:nvPr userDrawn="1"/>
            </p:nvSpPr>
            <p:spPr>
              <a:xfrm>
                <a:off x="846319" y="6085063"/>
                <a:ext cx="443285" cy="539515"/>
              </a:xfrm>
              <a:prstGeom prst="rect">
                <a:avLst/>
              </a:prstGeom>
              <a:solidFill>
                <a:srgbClr val="2F408C"/>
              </a:solidFill>
              <a:ln>
                <a:solidFill>
                  <a:srgbClr val="456AA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37" name="Picture 36" descr="poslovni-300dpi.png"/>
              <p:cNvPicPr>
                <a:picLocks noChangeAspect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040" y="6223912"/>
                <a:ext cx="323843" cy="268082"/>
              </a:xfrm>
              <a:prstGeom prst="rect">
                <a:avLst/>
              </a:prstGeom>
            </p:spPr>
          </p:pic>
        </p:grpSp>
        <p:grpSp>
          <p:nvGrpSpPr>
            <p:cNvPr id="19" name="Group 18"/>
            <p:cNvGrpSpPr/>
            <p:nvPr userDrawn="1"/>
          </p:nvGrpSpPr>
          <p:grpSpPr>
            <a:xfrm>
              <a:off x="1341314" y="6085548"/>
              <a:ext cx="443285" cy="539515"/>
              <a:chOff x="1838223" y="6085063"/>
              <a:chExt cx="443285" cy="539515"/>
            </a:xfrm>
          </p:grpSpPr>
          <p:sp>
            <p:nvSpPr>
              <p:cNvPr id="34" name="Rectangle 33"/>
              <p:cNvSpPr/>
              <p:nvPr userDrawn="1"/>
            </p:nvSpPr>
            <p:spPr>
              <a:xfrm>
                <a:off x="1838223" y="6085063"/>
                <a:ext cx="443285" cy="539515"/>
              </a:xfrm>
              <a:prstGeom prst="rect">
                <a:avLst/>
              </a:prstGeom>
              <a:solidFill>
                <a:srgbClr val="FAA5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35" name="Picture 34" descr="it-300dpi.png"/>
              <p:cNvPicPr>
                <a:picLocks noChangeAspect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43518" y="6243214"/>
                <a:ext cx="232695" cy="229478"/>
              </a:xfrm>
              <a:prstGeom prst="rect">
                <a:avLst/>
              </a:prstGeom>
            </p:spPr>
          </p:pic>
        </p:grpSp>
        <p:grpSp>
          <p:nvGrpSpPr>
            <p:cNvPr id="20" name="Group 19"/>
            <p:cNvGrpSpPr/>
            <p:nvPr userDrawn="1"/>
          </p:nvGrpSpPr>
          <p:grpSpPr>
            <a:xfrm>
              <a:off x="844405" y="6085548"/>
              <a:ext cx="443285" cy="539515"/>
              <a:chOff x="347496" y="6085548"/>
              <a:chExt cx="443285" cy="539515"/>
            </a:xfrm>
          </p:grpSpPr>
          <p:sp>
            <p:nvSpPr>
              <p:cNvPr id="21" name="Rectangle 20"/>
              <p:cNvSpPr/>
              <p:nvPr userDrawn="1"/>
            </p:nvSpPr>
            <p:spPr>
              <a:xfrm>
                <a:off x="347496" y="6085548"/>
                <a:ext cx="443285" cy="539515"/>
              </a:xfrm>
              <a:prstGeom prst="rect">
                <a:avLst/>
              </a:prstGeom>
              <a:solidFill>
                <a:srgbClr val="6DBE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22" name="Picture 21" descr="razvojni-300dpi.png"/>
              <p:cNvPicPr>
                <a:picLocks noChangeAspect="1"/>
              </p:cNvPicPr>
              <p:nvPr userDrawn="1"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8289" y="6216975"/>
                <a:ext cx="321698" cy="27666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102385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keta - varijan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325338" y="918720"/>
            <a:ext cx="8493324" cy="45719"/>
          </a:xfrm>
          <a:prstGeom prst="rect">
            <a:avLst/>
          </a:prstGeom>
          <a:solidFill>
            <a:srgbClr val="4E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hr-HR" sz="2400" i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3" name="Picture 22" descr="mobilityday10-log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857" y="6063850"/>
            <a:ext cx="1945354" cy="540000"/>
          </a:xfrm>
          <a:prstGeom prst="rect">
            <a:avLst/>
          </a:prstGeom>
        </p:spPr>
      </p:pic>
      <p:sp>
        <p:nvSpPr>
          <p:cNvPr id="31" name="Title 30"/>
          <p:cNvSpPr>
            <a:spLocks noGrp="1"/>
          </p:cNvSpPr>
          <p:nvPr>
            <p:ph type="title" hasCustomPrompt="1"/>
          </p:nvPr>
        </p:nvSpPr>
        <p:spPr>
          <a:xfrm>
            <a:off x="338567" y="977734"/>
            <a:ext cx="8466867" cy="1088612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ta-IN" dirty="0" smtClean="0"/>
              <a:t>Naslov</a:t>
            </a:r>
            <a:br>
              <a:rPr lang="ta-IN" dirty="0" smtClean="0"/>
            </a:br>
            <a:r>
              <a:rPr lang="ta-IN" dirty="0" smtClean="0"/>
              <a:t>u dva reda</a:t>
            </a:r>
            <a:endParaRPr lang="en-US" dirty="0"/>
          </a:p>
        </p:txBody>
      </p:sp>
      <p:sp>
        <p:nvSpPr>
          <p:cNvPr id="33" name="Content Placeholder 32"/>
          <p:cNvSpPr>
            <a:spLocks noGrp="1"/>
          </p:cNvSpPr>
          <p:nvPr>
            <p:ph sz="quarter" idx="10" hasCustomPrompt="1"/>
          </p:nvPr>
        </p:nvSpPr>
        <p:spPr>
          <a:xfrm>
            <a:off x="324521" y="2247782"/>
            <a:ext cx="8494958" cy="3627556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ta-IN" dirty="0" smtClean="0"/>
              <a:t>opis</a:t>
            </a:r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306" y="216000"/>
            <a:ext cx="85100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a-IN" sz="4000" b="1" dirty="0" smtClean="0">
                <a:latin typeface="Calibri"/>
                <a:cs typeface="Calibri"/>
              </a:rPr>
              <a:t>Ankete</a:t>
            </a:r>
            <a:endParaRPr lang="en-US" sz="4000" b="1" dirty="0">
              <a:latin typeface="Calibri"/>
              <a:cs typeface="Calibri"/>
            </a:endParaRPr>
          </a:p>
        </p:txBody>
      </p:sp>
      <p:pic>
        <p:nvPicPr>
          <p:cNvPr id="35" name="Picture 34" descr="anketa-300dpi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139" y="279902"/>
            <a:ext cx="730923" cy="936000"/>
          </a:xfrm>
          <a:prstGeom prst="rect">
            <a:avLst/>
          </a:prstGeom>
        </p:spPr>
      </p:pic>
      <p:grpSp>
        <p:nvGrpSpPr>
          <p:cNvPr id="17" name="Group 16"/>
          <p:cNvGrpSpPr/>
          <p:nvPr userDrawn="1"/>
        </p:nvGrpSpPr>
        <p:grpSpPr>
          <a:xfrm>
            <a:off x="347496" y="6085548"/>
            <a:ext cx="1934012" cy="539515"/>
            <a:chOff x="347496" y="6085548"/>
            <a:chExt cx="1934012" cy="539515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1838223" y="6085548"/>
              <a:ext cx="443285" cy="539515"/>
              <a:chOff x="1345063" y="6085063"/>
              <a:chExt cx="443285" cy="539515"/>
            </a:xfrm>
          </p:grpSpPr>
          <p:sp>
            <p:nvSpPr>
              <p:cNvPr id="41" name="Rectangle 40"/>
              <p:cNvSpPr/>
              <p:nvPr userDrawn="1"/>
            </p:nvSpPr>
            <p:spPr>
              <a:xfrm>
                <a:off x="1345063" y="6085063"/>
                <a:ext cx="443285" cy="539515"/>
              </a:xfrm>
              <a:prstGeom prst="rect">
                <a:avLst/>
              </a:prstGeom>
              <a:solidFill>
                <a:srgbClr val="29AD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42" name="Picture 41" descr="pametni-300dpi.png"/>
              <p:cNvPicPr>
                <a:picLocks noChangeAspect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88426" y="6220159"/>
                <a:ext cx="156560" cy="275588"/>
              </a:xfrm>
              <a:prstGeom prst="rect">
                <a:avLst/>
              </a:prstGeom>
            </p:spPr>
          </p:pic>
        </p:grpSp>
        <p:grpSp>
          <p:nvGrpSpPr>
            <p:cNvPr id="19" name="Group 18"/>
            <p:cNvGrpSpPr/>
            <p:nvPr userDrawn="1"/>
          </p:nvGrpSpPr>
          <p:grpSpPr>
            <a:xfrm>
              <a:off x="347496" y="6085548"/>
              <a:ext cx="443285" cy="539515"/>
              <a:chOff x="846319" y="6085063"/>
              <a:chExt cx="443285" cy="539515"/>
            </a:xfrm>
          </p:grpSpPr>
          <p:sp>
            <p:nvSpPr>
              <p:cNvPr id="39" name="Rectangle 38"/>
              <p:cNvSpPr/>
              <p:nvPr userDrawn="1"/>
            </p:nvSpPr>
            <p:spPr>
              <a:xfrm>
                <a:off x="846319" y="6085063"/>
                <a:ext cx="443285" cy="539515"/>
              </a:xfrm>
              <a:prstGeom prst="rect">
                <a:avLst/>
              </a:prstGeom>
              <a:solidFill>
                <a:srgbClr val="2F408C"/>
              </a:solidFill>
              <a:ln>
                <a:solidFill>
                  <a:srgbClr val="456AA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40" name="Picture 39" descr="poslovni-300dpi.png"/>
              <p:cNvPicPr>
                <a:picLocks noChangeAspect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040" y="6223912"/>
                <a:ext cx="323843" cy="268082"/>
              </a:xfrm>
              <a:prstGeom prst="rect">
                <a:avLst/>
              </a:prstGeom>
            </p:spPr>
          </p:pic>
        </p:grpSp>
        <p:grpSp>
          <p:nvGrpSpPr>
            <p:cNvPr id="20" name="Group 19"/>
            <p:cNvGrpSpPr/>
            <p:nvPr userDrawn="1"/>
          </p:nvGrpSpPr>
          <p:grpSpPr>
            <a:xfrm>
              <a:off x="1341314" y="6085548"/>
              <a:ext cx="443285" cy="539515"/>
              <a:chOff x="1838223" y="6085063"/>
              <a:chExt cx="443285" cy="539515"/>
            </a:xfrm>
          </p:grpSpPr>
          <p:sp>
            <p:nvSpPr>
              <p:cNvPr id="37" name="Rectangle 36"/>
              <p:cNvSpPr/>
              <p:nvPr userDrawn="1"/>
            </p:nvSpPr>
            <p:spPr>
              <a:xfrm>
                <a:off x="1838223" y="6085063"/>
                <a:ext cx="443285" cy="539515"/>
              </a:xfrm>
              <a:prstGeom prst="rect">
                <a:avLst/>
              </a:prstGeom>
              <a:solidFill>
                <a:srgbClr val="FAA5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38" name="Picture 37" descr="it-300dpi.png"/>
              <p:cNvPicPr>
                <a:picLocks noChangeAspect="1"/>
              </p:cNvPicPr>
              <p:nvPr userDrawn="1"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43518" y="6243214"/>
                <a:ext cx="232695" cy="229478"/>
              </a:xfrm>
              <a:prstGeom prst="rect">
                <a:avLst/>
              </a:prstGeom>
            </p:spPr>
          </p:pic>
        </p:grpSp>
        <p:grpSp>
          <p:nvGrpSpPr>
            <p:cNvPr id="21" name="Group 20"/>
            <p:cNvGrpSpPr/>
            <p:nvPr userDrawn="1"/>
          </p:nvGrpSpPr>
          <p:grpSpPr>
            <a:xfrm>
              <a:off x="844405" y="6085548"/>
              <a:ext cx="443285" cy="539515"/>
              <a:chOff x="347496" y="6085548"/>
              <a:chExt cx="443285" cy="539515"/>
            </a:xfrm>
          </p:grpSpPr>
          <p:sp>
            <p:nvSpPr>
              <p:cNvPr id="22" name="Rectangle 21"/>
              <p:cNvSpPr/>
              <p:nvPr userDrawn="1"/>
            </p:nvSpPr>
            <p:spPr>
              <a:xfrm>
                <a:off x="347496" y="6085548"/>
                <a:ext cx="443285" cy="539515"/>
              </a:xfrm>
              <a:prstGeom prst="rect">
                <a:avLst/>
              </a:prstGeom>
              <a:solidFill>
                <a:srgbClr val="6DBE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hr-HR" dirty="0"/>
              </a:p>
            </p:txBody>
          </p:sp>
          <p:pic>
            <p:nvPicPr>
              <p:cNvPr id="36" name="Picture 35" descr="razvojni-300dpi.png"/>
              <p:cNvPicPr>
                <a:picLocks noChangeAspect="1"/>
              </p:cNvPicPr>
              <p:nvPr userDrawn="1"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8289" y="6216975"/>
                <a:ext cx="321698" cy="27666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819292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raj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7510463" y="4975158"/>
            <a:ext cx="1260000" cy="1533525"/>
            <a:chOff x="6108700" y="4956175"/>
            <a:chExt cx="1260000" cy="1533525"/>
          </a:xfrm>
        </p:grpSpPr>
        <p:sp>
          <p:nvSpPr>
            <p:cNvPr id="17" name="Rectangle 16"/>
            <p:cNvSpPr/>
            <p:nvPr userDrawn="1"/>
          </p:nvSpPr>
          <p:spPr>
            <a:xfrm>
              <a:off x="6108700" y="4956175"/>
              <a:ext cx="1260000" cy="1533525"/>
            </a:xfrm>
            <a:prstGeom prst="rect">
              <a:avLst/>
            </a:prstGeom>
            <a:solidFill>
              <a:srgbClr val="29AD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hr-HR" dirty="0"/>
            </a:p>
          </p:txBody>
        </p:sp>
        <p:pic>
          <p:nvPicPr>
            <p:cNvPr id="37" name="Picture 36" descr="pametni-300dpi.png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4187" y="5371842"/>
              <a:ext cx="409027" cy="719999"/>
            </a:xfrm>
            <a:prstGeom prst="rect">
              <a:avLst/>
            </a:prstGeom>
          </p:spPr>
        </p:pic>
      </p:grpSp>
      <p:sp>
        <p:nvSpPr>
          <p:cNvPr id="14" name="Rectangle 13"/>
          <p:cNvSpPr/>
          <p:nvPr userDrawn="1"/>
        </p:nvSpPr>
        <p:spPr>
          <a:xfrm>
            <a:off x="1886634" y="4975158"/>
            <a:ext cx="2655887" cy="1533525"/>
          </a:xfrm>
          <a:prstGeom prst="rect">
            <a:avLst/>
          </a:prstGeom>
          <a:solidFill>
            <a:srgbClr val="FA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2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r-HR" dirty="0">
              <a:solidFill>
                <a:schemeClr val="bg1"/>
              </a:solidFill>
            </a:endParaRPr>
          </a:p>
        </p:txBody>
      </p:sp>
      <p:pic>
        <p:nvPicPr>
          <p:cNvPr id="31" name="Picture 30" descr="mobilityday10-logo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149" y="319862"/>
            <a:ext cx="4304314" cy="1194811"/>
          </a:xfrm>
          <a:prstGeom prst="rect">
            <a:avLst/>
          </a:prstGeom>
        </p:spPr>
      </p:pic>
      <p:sp>
        <p:nvSpPr>
          <p:cNvPr id="35" name="TextBox 34"/>
          <p:cNvSpPr txBox="1"/>
          <p:nvPr userDrawn="1"/>
        </p:nvSpPr>
        <p:spPr>
          <a:xfrm>
            <a:off x="1900403" y="5547175"/>
            <a:ext cx="2620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dirty="0" smtClean="0">
                <a:solidFill>
                  <a:srgbClr val="2F408C"/>
                </a:solidFill>
                <a:latin typeface="Calibri"/>
                <a:cs typeface="Calibri"/>
              </a:rPr>
              <a:t>Zagreb,</a:t>
            </a:r>
            <a:r>
              <a:rPr lang="ta-IN" baseline="0" dirty="0" smtClean="0">
                <a:solidFill>
                  <a:srgbClr val="2F408C"/>
                </a:solidFill>
                <a:latin typeface="Calibri"/>
                <a:cs typeface="Calibri"/>
              </a:rPr>
              <a:t> 29.09.2016.</a:t>
            </a:r>
            <a:endParaRPr lang="en-US" dirty="0">
              <a:solidFill>
                <a:srgbClr val="2F408C"/>
              </a:solidFill>
              <a:latin typeface="Calibri"/>
              <a:cs typeface="Calibri"/>
            </a:endParaRPr>
          </a:p>
        </p:txBody>
      </p:sp>
      <p:sp>
        <p:nvSpPr>
          <p:cNvPr id="46" name="Title 45"/>
          <p:cNvSpPr>
            <a:spLocks noGrp="1"/>
          </p:cNvSpPr>
          <p:nvPr userDrawn="1">
            <p:ph type="title" hasCustomPrompt="1"/>
          </p:nvPr>
        </p:nvSpPr>
        <p:spPr>
          <a:xfrm>
            <a:off x="468346" y="1864528"/>
            <a:ext cx="8268103" cy="2927401"/>
          </a:xfrm>
          <a:prstGeom prst="rect">
            <a:avLst/>
          </a:prstGeom>
        </p:spPr>
        <p:txBody>
          <a:bodyPr vert="horz" anchor="ctr"/>
          <a:lstStyle>
            <a:lvl1pPr algn="ctr">
              <a:defRPr sz="3600"/>
            </a:lvl1pPr>
          </a:lstStyle>
          <a:p>
            <a:r>
              <a:rPr lang="ta-IN" dirty="0" smtClean="0"/>
              <a:t>Ubaci tekst za kraj</a:t>
            </a:r>
            <a:endParaRPr lang="en-US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477320" y="4975158"/>
            <a:ext cx="1260000" cy="1533525"/>
            <a:chOff x="4691063" y="4956175"/>
            <a:chExt cx="1260000" cy="1533525"/>
          </a:xfrm>
        </p:grpSpPr>
        <p:sp>
          <p:nvSpPr>
            <p:cNvPr id="20" name="Rectangle 19"/>
            <p:cNvSpPr/>
            <p:nvPr userDrawn="1"/>
          </p:nvSpPr>
          <p:spPr>
            <a:xfrm>
              <a:off x="4691063" y="4956175"/>
              <a:ext cx="1260000" cy="1533525"/>
            </a:xfrm>
            <a:prstGeom prst="rect">
              <a:avLst/>
            </a:prstGeom>
            <a:solidFill>
              <a:srgbClr val="2F4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hr-HR" dirty="0"/>
            </a:p>
          </p:txBody>
        </p:sp>
        <p:pic>
          <p:nvPicPr>
            <p:cNvPr id="29" name="Picture 28" descr="poslovni-300dpi.png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6184" y="5371842"/>
              <a:ext cx="869759" cy="719999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" name="Group 4"/>
          <p:cNvGrpSpPr/>
          <p:nvPr userDrawn="1"/>
        </p:nvGrpSpPr>
        <p:grpSpPr>
          <a:xfrm>
            <a:off x="6101149" y="4975158"/>
            <a:ext cx="1260000" cy="1533525"/>
            <a:chOff x="7510463" y="4956175"/>
            <a:chExt cx="1260000" cy="1533525"/>
          </a:xfrm>
        </p:grpSpPr>
        <p:sp>
          <p:nvSpPr>
            <p:cNvPr id="19" name="Rectangle 18"/>
            <p:cNvSpPr/>
            <p:nvPr userDrawn="1"/>
          </p:nvSpPr>
          <p:spPr>
            <a:xfrm>
              <a:off x="7510463" y="4956175"/>
              <a:ext cx="1260000" cy="1533525"/>
            </a:xfrm>
            <a:prstGeom prst="rect">
              <a:avLst/>
            </a:prstGeom>
            <a:solidFill>
              <a:srgbClr val="FAA5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hr-HR" dirty="0"/>
            </a:p>
          </p:txBody>
        </p:sp>
        <p:pic>
          <p:nvPicPr>
            <p:cNvPr id="30" name="Picture 29" descr="it-300dpi.png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1922" y="5407841"/>
              <a:ext cx="657083" cy="648000"/>
            </a:xfrm>
            <a:prstGeom prst="rect">
              <a:avLst/>
            </a:prstGeom>
          </p:spPr>
        </p:pic>
      </p:grpSp>
      <p:grpSp>
        <p:nvGrpSpPr>
          <p:cNvPr id="3" name="Group 2"/>
          <p:cNvGrpSpPr/>
          <p:nvPr userDrawn="1"/>
        </p:nvGrpSpPr>
        <p:grpSpPr>
          <a:xfrm>
            <a:off x="4691835" y="4975158"/>
            <a:ext cx="1260000" cy="1533525"/>
            <a:chOff x="477320" y="4965079"/>
            <a:chExt cx="1260000" cy="1533525"/>
          </a:xfrm>
        </p:grpSpPr>
        <p:sp>
          <p:nvSpPr>
            <p:cNvPr id="33" name="Rectangle 32"/>
            <p:cNvSpPr/>
            <p:nvPr userDrawn="1"/>
          </p:nvSpPr>
          <p:spPr>
            <a:xfrm>
              <a:off x="477320" y="4965079"/>
              <a:ext cx="1260000" cy="1533525"/>
            </a:xfrm>
            <a:prstGeom prst="rect">
              <a:avLst/>
            </a:prstGeom>
            <a:solidFill>
              <a:srgbClr val="6DBE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hr-HR" dirty="0"/>
            </a:p>
          </p:txBody>
        </p:sp>
        <p:pic>
          <p:nvPicPr>
            <p:cNvPr id="36" name="Picture 35" descr="razvojni-300dpi.png"/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716" y="5371842"/>
              <a:ext cx="837209" cy="719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4544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38567" y="0"/>
            <a:ext cx="8466867" cy="9417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a-IN" dirty="0" smtClean="0"/>
              <a:t>Ubaci naslov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24001" y="1226881"/>
            <a:ext cx="8495999" cy="4855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a-IN" dirty="0" smtClean="0"/>
              <a:t>Ubaci tekst ili grafičke materijale</a:t>
            </a:r>
          </a:p>
          <a:p>
            <a:pPr lvl="1"/>
            <a:r>
              <a:rPr lang="ta-IN" dirty="0" smtClean="0"/>
              <a:t>Nivo 2</a:t>
            </a:r>
          </a:p>
          <a:p>
            <a:pPr lvl="2"/>
            <a:r>
              <a:rPr lang="ta-IN" dirty="0" smtClean="0"/>
              <a:t>Nivo 3</a:t>
            </a:r>
          </a:p>
          <a:p>
            <a:pPr lvl="3"/>
            <a:r>
              <a:rPr lang="en-US" dirty="0" smtClean="0"/>
              <a:t>N</a:t>
            </a:r>
            <a:r>
              <a:rPr lang="ta-IN" dirty="0" smtClean="0"/>
              <a:t>ivo 4</a:t>
            </a:r>
          </a:p>
          <a:p>
            <a:pPr lvl="4"/>
            <a:r>
              <a:rPr lang="en-US" dirty="0" smtClean="0"/>
              <a:t>N</a:t>
            </a:r>
            <a:r>
              <a:rPr lang="ta-IN" dirty="0" smtClean="0"/>
              <a:t>ivo 5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11" r:id="rId2"/>
    <p:sldLayoutId id="2147483717" r:id="rId3"/>
    <p:sldLayoutId id="2147483705" r:id="rId4"/>
    <p:sldLayoutId id="2147483715" r:id="rId5"/>
    <p:sldLayoutId id="2147483716" r:id="rId6"/>
    <p:sldLayoutId id="2147483704" r:id="rId7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 i="0" kern="1200">
          <a:solidFill>
            <a:schemeClr val="tx1"/>
          </a:solidFill>
          <a:latin typeface="Calibri"/>
          <a:ea typeface="+mj-ea"/>
          <a:cs typeface="Calibri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Calibri"/>
          <a:ea typeface="+mn-ea"/>
          <a:cs typeface="Calibri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Calibri"/>
          <a:ea typeface="+mn-ea"/>
          <a:cs typeface="Calibri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Calibri"/>
          <a:ea typeface="+mn-ea"/>
          <a:cs typeface="Calibri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Calibri"/>
          <a:ea typeface="+mn-ea"/>
          <a:cs typeface="Calibri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Calibri"/>
          <a:ea typeface="+mn-ea"/>
          <a:cs typeface="Calibri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obilityday.com/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ta-IN" sz="2400" dirty="0" smtClean="0"/>
              <a:t>29.09.2016.</a:t>
            </a:r>
          </a:p>
          <a:p>
            <a:r>
              <a:rPr lang="ta-IN" sz="2400" dirty="0" smtClean="0"/>
              <a:t>Zagreb</a:t>
            </a:r>
          </a:p>
          <a:p>
            <a:r>
              <a:rPr lang="ta-IN" sz="2400" dirty="0" smtClean="0"/>
              <a:t>Hotel Antunović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104669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hr-HR" dirty="0" smtClean="0"/>
              <a:t>Ime i prezime predavača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3386590" y="3311761"/>
            <a:ext cx="5124693" cy="3203858"/>
          </a:xfrm>
        </p:spPr>
        <p:txBody>
          <a:bodyPr/>
          <a:lstStyle/>
          <a:p>
            <a:r>
              <a:rPr lang="hr-HR" dirty="0" smtClean="0"/>
              <a:t>Naziv predavanja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79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42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03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38783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a-IN" dirty="0" smtClean="0"/>
              <a:t>Popunite ankete i osvojite vrijedne nagrade!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ta-IN" dirty="0" smtClean="0"/>
              <a:t>Ankete su dostupne na:</a:t>
            </a:r>
          </a:p>
          <a:p>
            <a:pPr marL="514350" indent="-514350">
              <a:buAutoNum type="alphaLcParenR"/>
            </a:pPr>
            <a:r>
              <a:rPr lang="ta-IN" dirty="0" smtClean="0"/>
              <a:t>Mobilnim uređajima (Android, Apple, Windows)</a:t>
            </a:r>
          </a:p>
          <a:p>
            <a:pPr marL="514350" indent="-514350">
              <a:buAutoNum type="alphaLcParenR"/>
            </a:pPr>
            <a:r>
              <a:rPr lang="ta-IN" dirty="0" smtClean="0"/>
              <a:t>Web-u </a:t>
            </a:r>
            <a:r>
              <a:rPr lang="hr-HR" dirty="0" smtClean="0">
                <a:hlinkClick r:id="rId2"/>
              </a:rPr>
              <a:t>http</a:t>
            </a:r>
            <a:r>
              <a:rPr lang="hr-HR" dirty="0">
                <a:hlinkClick r:id="rId2"/>
              </a:rPr>
              <a:t>://</a:t>
            </a:r>
            <a:r>
              <a:rPr lang="hr-HR" dirty="0" smtClean="0">
                <a:hlinkClick r:id="rId2"/>
              </a:rPr>
              <a:t>www.mobilityday.com</a:t>
            </a:r>
            <a:endParaRPr lang="ta-IN" dirty="0" smtClean="0"/>
          </a:p>
          <a:p>
            <a:r>
              <a:rPr lang="ta-IN" dirty="0" smtClean="0"/>
              <a:t>PIN za pristup se nalazi na poleđini akreditacije i u vašem on-line profilu.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27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7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bilityDay2013-PPT-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ilityDay2013-PPT-Template.potx" id="{8C2CA381-0ED1-4697-9400-53B75DFF74AF}" vid="{16E62A3B-B6BD-4A90-8598-DD011436AD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bd0d587-cd8f-4f36-990a-b65a7e766e97">
      <UserInfo>
        <DisplayName>Brigita Prole</DisplayName>
        <AccountId>75</AccountId>
        <AccountType/>
      </UserInfo>
      <UserInfo>
        <DisplayName>Darko Jureković</DisplayName>
        <AccountId>111</AccountId>
        <AccountType/>
      </UserInfo>
      <UserInfo>
        <DisplayName>Iva Petrić</DisplayName>
        <AccountId>32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AAAF100AB6DF47A65215DFAEE63E6A" ma:contentTypeVersion="3" ma:contentTypeDescription="Create a new document." ma:contentTypeScope="" ma:versionID="cffc19251ab1ea7a5d7a1f5cb34589ec">
  <xsd:schema xmlns:xsd="http://www.w3.org/2001/XMLSchema" xmlns:xs="http://www.w3.org/2001/XMLSchema" xmlns:p="http://schemas.microsoft.com/office/2006/metadata/properties" xmlns:ns2="0bd0d587-cd8f-4f36-990a-b65a7e766e97" targetNamespace="http://schemas.microsoft.com/office/2006/metadata/properties" ma:root="true" ma:fieldsID="46579cadc1e84f344d3071da3b714b5c" ns2:_="">
    <xsd:import namespace="0bd0d587-cd8f-4f36-990a-b65a7e766e9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d0d587-cd8f-4f36-990a-b65a7e766e9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Sharing Hint Hash" ma:internalName="SharingHintHash" ma:readOnly="true">
      <xsd:simpleType>
        <xsd:restriction base="dms:Text"/>
      </xsd:simple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9CDFE7-8808-4D6E-A5C6-59DA948B5672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0bd0d587-cd8f-4f36-990a-b65a7e766e9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4DAC048-B849-4DF4-8091-C2A878C0A7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85B83C-1E66-4802-9A92-1F4884807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d0d587-cd8f-4f36-990a-b65a7e766e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4703</TotalTime>
  <Words>50</Words>
  <Application>Microsoft Office PowerPoint</Application>
  <PresentationFormat>On-screen Show (4:3)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Calibri</vt:lpstr>
      <vt:lpstr>Calibri Light</vt:lpstr>
      <vt:lpstr>Century Gothic</vt:lpstr>
      <vt:lpstr>Latha</vt:lpstr>
      <vt:lpstr>Open Sans</vt:lpstr>
      <vt:lpstr>Segoe UI</vt:lpstr>
      <vt:lpstr>Wingdings 2</vt:lpstr>
      <vt:lpstr>MobilityDay2013-PPT-Template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Popunite ankete i osvojite vrijedne nagrade!</vt:lpstr>
      <vt:lpstr>PowerPoint Presentation</vt:lpstr>
    </vt:vector>
  </TitlesOfParts>
  <Manager>Tomislav Bronzin</Manager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PowerPoint Presentation Template</dc:subject>
  <dc:creator>Tomislav Bronzin</dc:creator>
  <cp:keywords>Mobile, Mobility, Day</cp:keywords>
  <cp:lastModifiedBy>Brigita Prole</cp:lastModifiedBy>
  <cp:revision>114</cp:revision>
  <cp:lastPrinted>2016-09-19T22:45:52Z</cp:lastPrinted>
  <dcterms:created xsi:type="dcterms:W3CDTF">2013-09-24T12:18:58Z</dcterms:created>
  <dcterms:modified xsi:type="dcterms:W3CDTF">2016-09-26T13:54:25Z</dcterms:modified>
  <cp:category>PPT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0x01010031AAAF100AB6DF47A65215DFAEE63E6A</vt:lpwstr>
  </property>
</Properties>
</file>